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Chatbot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103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Explained — Block by Block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743200"/>
            <a:ext cx="50292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26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walkthrough of every block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Streamlit + Google Gemini chatbot.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4206240"/>
            <a:ext cx="1828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Code Blocks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All 9 Blocks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923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197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required libraries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73352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733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1728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002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Gemini model init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780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Config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&amp; headings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82696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8269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chat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87368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8736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Messages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416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previous chat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6868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0368" y="923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1197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what user types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16733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73352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6733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0368" y="1728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Message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20025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show user bubble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4780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478024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47802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0368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Response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Gemini API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28269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82696"/>
            <a:ext cx="38404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28269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30368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Display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0368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reply + save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all required Python libraries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google.generativeai as genai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— built-in Python module to read environment variables from the system.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— reads your .env file and loads secrets like API keys into the environment.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the framework that builds and runs the entire web UI automatically.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google.generativeai — Google's official SDK to communicate with the Gemini AI model.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Authentication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API key and initialise the Gemini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genai.configure(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api_key=os.getenv('GEMINI_API_KEY')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genai.GenerativeModel(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'gemini-2.0-flash'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load_dotenv() — reads the .env file and injects GEMINI_API_KEY into the environment so os.getenv() can find it.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genai.configure() — authenticates all future API calls using your key. Must be called before using any Gemini features.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GenerativeModel() — loads the specific Gemini model you want to use. 'gemini-2.0-flash' is fast and free-tier friendly.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Configuration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browser tab and visible headings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st.set_page_config(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page_title='Chatbot',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page_icon='🤖'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st.title('Your Personal Chatbot')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st.write('Ask me anything!')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set_page_config() — controls the browser tab title and favicon icon. Must be the first Streamlit call in the script.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st.title() — renders a large H1 heading at the top of the page.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st.write() — renders a subtitle paragraph below the heading. Supports plain text and markdown.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chat history across reruns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'messages' not in st.session_state: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st.session_state.messages = []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this is needed: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Streamlit re-runs the ENTIRE script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every user interaction.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session_state persists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between those reruns.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re-executes the whole script top-to-bottom on every user interaction.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session_state, all variables reset — the chat history would vanish after each message.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'if not in' check ensures we only create the empty list once, not overwrite it every rerun.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 acts like a dictionary that survives across reruns within the same browser session.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Previous Messages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full chat history on every rerun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message in st.session_state.messages: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st.chat_message(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message['role']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).markdown(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message['content']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every saved message dict in session_state on each rerun to rebuild the visible chat.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message['role'] is either 'user' or 'assistant' — Streamlit auto-styles them with different colours and alignment.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.markdown() renders the message text with support for bold, italic, code blocks, and other formatting.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chat history appears intact after each new message — it's re-rendered from the saved list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 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chat input box and read what the user typed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 = st.chat_input(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'Type your message here...'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the typed string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user presses Enter.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None if nothing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was submitted yet.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st.chat_input() renders the fixed chat box at the bottom of the screen — just like WhatsApp or ChatGPT.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user types and presses Enter, it returns the string and triggers a Streamlit rerun.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hasn't typed anything yet, it returns None — so the rest of the code only runs when there's actual input.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User Message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immediately display the user's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user_input: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st.session_state.messages.append({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'role': 'user',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'content': user_input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st.chat_message('user'):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st.markdown(user_input)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user_input: — guard that skips all AI logic if the input is None (no submission yet).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.append() — saves the user message as a dict into session_state so it survives the next rerun.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st.chat_message('user') — opens a user-styled chat bubble (right-aligned, user avatar).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st.markdown() — renders the user's text immediately so they see instant feedback before the AI responds.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Response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history and call the Gemini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st.chat_message('assistant'):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st.spinner('Thinking...'):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history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{'role': m['role'],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'parts': m['content']}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m in messages[:-1]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chat = model.start_chat(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history=history)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 = chat.send_message(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user_input)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ai_message = response.text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st.chat_message('assistant') — opens an assistant-styled bubble where the reply will appear.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st.spinner() — shows an animated 'Thinking...' indicator while awaiting the API response.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list comprehension — converts saved messages into Gemini's expected format (uses 'parts' not 'content'). [:-1] excludes the latest user message since it's sent separately.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model.start_chat(history=) — starts a context-aware chat session so Gemini remembers the entire conversation.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send_message() — sends the new message and returns the AI reply. response.text extracts the plain text.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Display AI Reply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0233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response and save it to history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42976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877824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877824"/>
            <a:ext cx="109728" cy="109728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877824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60704"/>
            <a:ext cx="4160520" cy="3657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st.markdown(ai_message)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st.session_state.messages.append({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'role': 'assistant',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'content': ai_message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st.error(f'Error: {str(e)}')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749808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170432"/>
            <a:ext cx="38862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st.markdown(ai_message) — renders the AI's reply inside the assistant chat bubble opened in Block 8.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.append() — saves the AI reply into session_state so it appears in the next rerun's history loop (Block 5).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Exception — catches any error (API down, quota exceeded, bad key) and shows a red error box instead of crashing the app.
</a:t>
            </a:r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try/except pattern keeps the app alive even when the API fails.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— How It All Connects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896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loaded, Gemini model 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62763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Renders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128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subtitle shown in 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63347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3464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34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907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Displayed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218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messages re-rendered from session_state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363931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4048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4048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40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913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Input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224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box shown, script pauses here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82296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82296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2296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896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Message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history, shown in user bubble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62763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82880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82880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2880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19019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Called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22128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sent, AI generates reply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263347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83464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83464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834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94960" y="2907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Shown &amp; Saved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32186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bubble rendered, saved for next rerun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3639312"/>
            <a:ext cx="0" cy="201168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84048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840480"/>
            <a:ext cx="5486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840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94960" y="39136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Reruns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94960" y="4224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loops back to top on next input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Remember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reruns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script runs top-to-bottom on every user interaction. Design with this in mind.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18688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804672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80467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316736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persist data between reruns. Used here to maintain the chat history.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80467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804672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80467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1316736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API keys. Store them in a .env file and read with os.getenv().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71216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7121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needs full conversation history on every call — it has no built-in memory.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287121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2871216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7121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3832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wrap API calls. Errors are inevitable; catch them to keep the app from crashing.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3056" y="287121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2871216"/>
            <a:ext cx="2743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71216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user/asst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338328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tagged with a role so both Streamlit and Gemini know who said what.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real AI chatbot.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you now understand: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26517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authenticate and call the Gemini API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Streamlit reruns work and why session_state matters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build a full multi-turn conversation loop
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handle errors gracefully in a live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0"/>
            <a:ext cx="832104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deploy it to Streamlit Cloud for free → share.streamlit.io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Chatbot - Code Explained</dc:title>
  <dc:subject>PptxGenJS Presentation</dc:subject>
  <dc:creator>PptxGenJS</dc:creator>
  <cp:lastModifiedBy>PptxGenJS</cp:lastModifiedBy>
  <cp:revision>1</cp:revision>
  <dcterms:created xsi:type="dcterms:W3CDTF">2026-04-01T08:21:36Z</dcterms:created>
  <dcterms:modified xsi:type="dcterms:W3CDTF">2026-04-01T08:21:36Z</dcterms:modified>
</cp:coreProperties>
</file>